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68" d="100"/>
          <a:sy n="68" d="100"/>
        </p:scale>
        <p:origin x="90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D29E2F-5E58-4038-A205-0D9DC88487A5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9AE343-041A-4918-BBF8-AACDB37AC9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303911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D29E2F-5E58-4038-A205-0D9DC88487A5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9AE343-041A-4918-BBF8-AACDB37AC9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876903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D29E2F-5E58-4038-A205-0D9DC88487A5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9AE343-041A-4918-BBF8-AACDB37AC9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60600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D29E2F-5E58-4038-A205-0D9DC88487A5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9AE343-041A-4918-BBF8-AACDB37AC9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385928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D29E2F-5E58-4038-A205-0D9DC88487A5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9AE343-041A-4918-BBF8-AACDB37AC9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005938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D29E2F-5E58-4038-A205-0D9DC88487A5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9AE343-041A-4918-BBF8-AACDB37AC9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936857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D29E2F-5E58-4038-A205-0D9DC88487A5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9AE343-041A-4918-BBF8-AACDB37AC9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365318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D29E2F-5E58-4038-A205-0D9DC88487A5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9AE343-041A-4918-BBF8-AACDB37AC9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111983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D29E2F-5E58-4038-A205-0D9DC88487A5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9AE343-041A-4918-BBF8-AACDB37AC9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566105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D29E2F-5E58-4038-A205-0D9DC88487A5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9AE343-041A-4918-BBF8-AACDB37AC9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53831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D29E2F-5E58-4038-A205-0D9DC88487A5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9AE343-041A-4918-BBF8-AACDB37AC928}" type="slidenum">
              <a:rPr lang="en-US" smtClean="0"/>
              <a:t>‹#›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12530618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D29E2F-5E58-4038-A205-0D9DC88487A5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9AE343-041A-4918-BBF8-AACDB37AC9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586085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D29E2F-5E58-4038-A205-0D9DC88487A5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9AE343-041A-4918-BBF8-AACDB37AC928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09074195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D29E2F-5E58-4038-A205-0D9DC88487A5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9AE343-041A-4918-BBF8-AACDB37AC9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31860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D29E2F-5E58-4038-A205-0D9DC88487A5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9AE343-041A-4918-BBF8-AACDB37AC9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672856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D29E2F-5E58-4038-A205-0D9DC88487A5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9AE343-041A-4918-BBF8-AACDB37AC9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162560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0D29E2F-5E58-4038-A205-0D9DC88487A5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279AE343-041A-4918-BBF8-AACDB37AC9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54371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EE03EC-E772-4D04-B6AF-B04445007C2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sz="7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SUPERSTORE SALES ANALYSIS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6FB8398-06D8-49F2-8DDE-C3B8AB740AC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7"/>
            <a:ext cx="9144000" cy="2133599"/>
          </a:xfrm>
        </p:spPr>
        <p:txBody>
          <a:bodyPr>
            <a:normAutofit lnSpcReduction="10000"/>
          </a:bodyPr>
          <a:lstStyle/>
          <a:p>
            <a:pPr algn="ctr"/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Prepared by: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Ifire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Kevin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Wesonga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Superstore Sales Dataset (Kaggle)</a:t>
            </a:r>
          </a:p>
          <a:p>
            <a:pPr algn="ctr"/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 Used: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Microsoft Power BI</a:t>
            </a:r>
          </a:p>
        </p:txBody>
      </p:sp>
    </p:spTree>
    <p:extLst>
      <p:ext uri="{BB962C8B-B14F-4D97-AF65-F5344CB8AC3E}">
        <p14:creationId xmlns:p14="http://schemas.microsoft.com/office/powerpoint/2010/main" val="63882846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F078E1-6ACA-4BEC-9D22-C4C09E1C54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77875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DATASET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4D4170-3C0E-41F4-88F5-C32BB229EE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71600"/>
            <a:ext cx="10515600" cy="5217459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Superstore Sales dataset contains historical retail sales transactions from a fictional superstore. It includes information about customers, products, orders, sales, profit, shipping, and regional performance.</a:t>
            </a:r>
          </a:p>
          <a:p>
            <a:pPr marL="457200" lvl="1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Key Fields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Order Date 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Ship Date 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Sales 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Profit 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Quantity 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Discount 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Category 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Sub-Category 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Region 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Segment 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 Name </a:t>
            </a: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Purpose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Analyze sales performance and identify business opportunities through interactive dashboards.</a:t>
            </a: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7338981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9FC671-4324-407E-A4E7-46DC227388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45110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BUSINESS PROBLEM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A4FB48-4729-44F2-9329-83FBD4B0CB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17812"/>
            <a:ext cx="10515600" cy="4859151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management wants to understand: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Which regions generate the highest sales? 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Which product categories perform best? 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profitable is the business? 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Which customer segments contribute most revenue? 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are sales changing over time? 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dashboard helps decision-makers answer these questions quickly using KPIs and visualizations.</a:t>
            </a: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7995492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D4CFB5-C86D-4378-BEC3-F486726D30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24784"/>
            <a:ext cx="10515600" cy="1325563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Key Performance Indicators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986CAB94-8007-4A5C-8F59-73D2D326909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3661928"/>
              </p:ext>
            </p:extLst>
          </p:nvPr>
        </p:nvGraphicFramePr>
        <p:xfrm>
          <a:off x="838200" y="1690688"/>
          <a:ext cx="10515600" cy="4535304"/>
        </p:xfrm>
        <a:graphic>
          <a:graphicData uri="http://schemas.openxmlformats.org/drawingml/2006/table">
            <a:tbl>
              <a:tblPr/>
              <a:tblGrid>
                <a:gridCol w="5257800">
                  <a:extLst>
                    <a:ext uri="{9D8B030D-6E8A-4147-A177-3AD203B41FA5}">
                      <a16:colId xmlns:a16="http://schemas.microsoft.com/office/drawing/2014/main" val="96061594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3111862982"/>
                    </a:ext>
                  </a:extLst>
                </a:gridCol>
              </a:tblGrid>
              <a:tr h="566913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KPI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Description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43928434"/>
                  </a:ext>
                </a:extLst>
              </a:tr>
              <a:tr h="566913"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Total Sales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Total revenue generated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70608233"/>
                  </a:ext>
                </a:extLst>
              </a:tr>
              <a:tr h="566913"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Total Profit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Overall profit earned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04477166"/>
                  </a:ext>
                </a:extLst>
              </a:tr>
              <a:tr h="566913"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Total Orders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Number of customer orders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68838840"/>
                  </a:ext>
                </a:extLst>
              </a:tr>
              <a:tr h="566913"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Profit Margin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Profit ÷ Sales × 100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50214436"/>
                  </a:ext>
                </a:extLst>
              </a:tr>
              <a:tr h="566913"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Sales Growth 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Growth compared to previous period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50658264"/>
                  </a:ext>
                </a:extLst>
              </a:tr>
              <a:tr h="566913"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Top Region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Region with highest sales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07261707"/>
                  </a:ext>
                </a:extLst>
              </a:tr>
              <a:tr h="566913"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Best Selling Category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Category with highest sales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73263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2958651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4B001E-E404-4082-A910-161D321458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4131"/>
            <a:ext cx="10515600" cy="618563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Dashboard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A6E8D4-7283-44D6-BEA6-E97C0CCB36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712694"/>
            <a:ext cx="12192000" cy="614530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KPI Cards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 Sales by Region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 Sales by Category</a:t>
            </a:r>
          </a:p>
          <a:p>
            <a:pPr marL="0" indent="0">
              <a:buNone/>
            </a:pPr>
            <a:r>
              <a:rPr lang="en-US" dirty="0"/>
              <a:t>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Profit by Segment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BAA675C-3527-4185-B1B7-78CA17B098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588" y="1102657"/>
            <a:ext cx="5307105" cy="1143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30227AD-E37F-4D4F-809F-06B03CF258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9588" y="2635620"/>
            <a:ext cx="2725270" cy="112955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41A1059-D11A-4E4A-A2DF-EFC41430051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0" y="4255985"/>
            <a:ext cx="4572638" cy="114300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830D5CC-FCB4-478A-948D-4A7EB12E3A3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8200" y="5876351"/>
            <a:ext cx="3553321" cy="8740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934059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2E6430-5625-45C5-979B-64D9867B2E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10640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Key Insights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059814-1571-431D-AFEF-6C3FC44586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75766"/>
            <a:ext cx="10515600" cy="5101197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 insights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West Region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generated the highest total sales. 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Technology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was the best-selling product category.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Sales increased steadily throughout the year.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Corporate customers generated the highest profits.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Some product categories had high sales but low profit due to discounts.</a:t>
            </a: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1270440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35274F-0CAE-4B33-892C-9224E003E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Recommendations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6A441E-5BCB-4120-9451-C87CB12FE6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Business Recommendations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Increase inventory for high-performing categories.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Expand marketing in top-performing regions.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Review pricing strategies for low-profit products.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 excessive discounts on unprofitable items.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Focus customer retention efforts on high-value segments.</a:t>
            </a: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2382000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023671-30C8-439D-9CC7-C798167C59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Challenges Faced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27FCFA-B594-4626-8B21-61C7D9F0EE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Challenges Encountered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Creating DAX measures for KPIs. 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Calculating Sales Growth correctly. 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Selecting appropriate visualizations. 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Formatting dashboard for readability. 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Managing date hierarchy issues in Power BI. 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Ensuring dashboard interactivity using slicers.</a:t>
            </a: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3687662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5FED01-0D0F-4965-A52A-F5F86C2D11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CE47C9-31EE-44D0-BFF7-1B4000BF94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Power BI dashboard provides an interactive and comprehensive view of Superstore business performance.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benefits include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KPI monitoring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Identification of top-performing regions and products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Better understanding of profitability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Improved decision-making through data visualization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dashboard enables management to make informed, data-driven business decisions.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469777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0285EC0-CDAD-4F02-AF8B-66ACB29F2C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64275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b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				</a:t>
            </a:r>
            <a:r>
              <a:rPr lang="en-US" sz="7200">
                <a:latin typeface="Times New Roman" panose="02020603050405020304" pitchFamily="18" charset="0"/>
                <a:cs typeface="Times New Roman" panose="02020603050405020304" pitchFamily="18" charset="0"/>
              </a:rPr>
              <a:t>Thank </a:t>
            </a:r>
            <a:r>
              <a:rPr lang="en-US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You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9720046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theme/theme1.xml><?xml version="1.0" encoding="utf-8"?>
<a:theme xmlns:a="http://schemas.openxmlformats.org/drawingml/2006/main" name="Facet">
  <a:themeElements>
    <a:clrScheme name="Blue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145</TotalTime>
  <Words>414</Words>
  <Application>Microsoft Office PowerPoint</Application>
  <PresentationFormat>Widescreen</PresentationFormat>
  <Paragraphs>91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Times New Roman</vt:lpstr>
      <vt:lpstr>Trebuchet MS</vt:lpstr>
      <vt:lpstr>Wingdings 3</vt:lpstr>
      <vt:lpstr>Facet</vt:lpstr>
      <vt:lpstr>SUPERSTORE SALES ANALYSIS</vt:lpstr>
      <vt:lpstr>  DATASET OVERVIEW</vt:lpstr>
      <vt:lpstr>  BUSINESS PROBLEM</vt:lpstr>
      <vt:lpstr>  Key Performance Indicators</vt:lpstr>
      <vt:lpstr>  Dashboard Overview</vt:lpstr>
      <vt:lpstr>   Key Insights</vt:lpstr>
      <vt:lpstr>Recommendations</vt:lpstr>
      <vt:lpstr>  Challenges Faced</vt:lpstr>
      <vt:lpstr>   Conclusion</vt:lpstr>
      <vt:lpstr>            Thank You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Superstore Sales Analysis</dc:title>
  <dc:creator>WESONGA</dc:creator>
  <cp:lastModifiedBy>WESONGA</cp:lastModifiedBy>
  <cp:revision>9</cp:revision>
  <dcterms:created xsi:type="dcterms:W3CDTF">2026-07-23T06:00:51Z</dcterms:created>
  <dcterms:modified xsi:type="dcterms:W3CDTF">2026-07-23T08:26:25Z</dcterms:modified>
</cp:coreProperties>
</file>